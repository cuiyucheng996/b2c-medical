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73152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4D40"/>
                </a:solidFill>
                <a:latin typeface="Microsoft YaHei"/>
              </a:defRPr>
            </a:pPr>
            <a:r>
              <a:t>C 端智能陪聊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796B"/>
                </a:solidFill>
                <a:latin typeface="Microsoft YaHei"/>
              </a:defRPr>
            </a:pPr>
            <a:r>
              <a:t>完整业务流程与技术架构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46E7A"/>
                </a:solidFill>
                <a:latin typeface="Microsoft YaHei"/>
              </a:defRPr>
            </a:pPr>
            <a:r>
              <a:t>Session + LangGraph 多意图并行 + Agent 工具链 + 医疗知识/memory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457200"/>
            <a:ext cx="1463040" cy="201168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35640" y="0"/>
            <a:ext cx="201168" cy="146304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E7A"/>
                </a:solidFill>
                <a:latin typeface="Microsoft YaHei"/>
              </a:defRPr>
            </a:pPr>
            <a:r>
              <a:t>FastAPI :8002 · LangGraph · 健康陪聊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产品定位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B2C 健康场景陪聊：单轮/多轮对话，支持报告、记忆、知识问答与任务提醒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生产入口：B2C business/run.py → FastAPI http://127.0.0.1:8002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设计原则：预处理给观察上下文；图谱与长期记忆由意图绑定工具按需查询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基础设施：DashScope LLM、Redis 本场记忆、Neo4j 用户与知识、Chroma 向量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E7A"/>
                </a:solidFill>
                <a:latin typeface="Microsoft YaHei"/>
              </a:defRPr>
            </a:pPr>
            <a:r>
              <a:t>B2C 智能陪聊 · uvgraph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9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一、业务场景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E7A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八大意图大类（intent_catalog）</a:t>
            </a:r>
          </a:p>
          <a:p>
            <a:pPr>
              <a:defRPr sz="1400">
                <a:solidFill>
                  <a:srgbClr val="4DB6AC"/>
                </a:solidFill>
                <a:latin typeface="Microsoft YaHei"/>
              </a:defRPr>
            </a:pPr>
            <a:r>
              <a:t>data/intent_catalog.yaml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风险拦截 — 急症、用药剂量等安全拦截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报告指标解读 — 上传 PDF/表格、指标对比历史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个人记忆问答 — 用户曾说的部位、疾病、生活事实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具体任务 — 服药提醒、复查、打卡、预约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公共知识问答 — Neo4j 知识图 + 检查手册 + 向量检索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近况陈述 — 身体不适、心情事件、图片/文档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闲聊 — 寒暄、感谢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一句用户话可拆成多条 intent_tasks，LangGraph 并行处理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E7A"/>
                </a:solidFill>
                <a:latin typeface="Microsoft YaHei"/>
              </a:defRPr>
            </a:pPr>
            <a:r>
              <a:t>B2C 智能陪聊 · uvgraph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9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二、系统架构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E7A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分层架构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前端 /chat + 调试台 → POST .../chat/stream（SSE）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api.server：SessionStore、CompanionSession（session_id / user_id）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algorithm：预处理、意图、session_memory、对齐与压缩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graph：LangGraph 主图 + intent_worker 子图 + merge / peer_handoff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agent：create_agent + 中间件栈 + CompanionReply 结构化输出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tools：本地 CompanionToolRegistry + MCP Client（config.yaml）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存储：Redis（本场 short/compress/slots）、Neo4j（用户记忆/知识图）、Chroma 向量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E7A"/>
                </a:solidFill>
                <a:latin typeface="Microsoft YaHei"/>
              </a:defRPr>
            </a:pPr>
            <a:r>
              <a:t>B2C 智能陪聊 · uvgraph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会话与记忆（C 端）</a:t>
            </a:r>
          </a:p>
          <a:p>
            <a:pPr>
              <a:defRPr sz="1400">
                <a:solidFill>
                  <a:srgbClr val="4DB6AC"/>
                </a:solidFill>
                <a:latin typeface="Microsoft YaHei"/>
              </a:defRPr>
            </a:pPr>
            <a:r>
              <a:t>session.py · algorithm/session_memory.py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user_id：用户维度（槽位、Neo4j UserInfo、长期事实）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session_id：单场对话（Redis short/compress、LangGraph thread_id）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关场：持久化 Finding + release_companion_session 释放 Redis/checkpoint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LangGraph checkpoint 仅用于本轮/HITL 续跑，不是长期记忆仓库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E7A"/>
                </a:solidFill>
                <a:latin typeface="Microsoft YaHei"/>
              </a:defRPr>
            </a:pPr>
            <a:r>
              <a:t>B2C 智能陪聊 · uvgraph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9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三、一轮对话全链路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E7A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用户视角时序（8 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1. 用户消息 → Session 写入，同步 Redis 短期历史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2. run_chat_preprocess：纠错 → 指代 → 意图 → 实体/对齐 → observe 观察串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3. HITL 挂起：缺槽位等 → 返回 question + resume_token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4. _attach_intent：每条意图 → major / intent / handler + 绑定工具名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5. ainvoke_companion_intent_graph：Send 并行或 Supervisor（可配置）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6. intent_worker：Agent 调工具 → CompanionReply 草稿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7. review_companion_draft：评审不过则限次重跑 execute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8. merge_node → reply + trace → SSE state（round.langgraph）→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E7A"/>
                </a:solidFill>
                <a:latin typeface="Microsoft YaHei"/>
              </a:defRPr>
            </a:pPr>
            <a:r>
              <a:t>B2C 智能陪聊 · uvgraph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预处理流水线</a:t>
            </a:r>
          </a:p>
          <a:p>
            <a:pPr>
              <a:defRPr sz="1400">
                <a:solidFill>
                  <a:srgbClr val="4DB6AC"/>
                </a:solidFill>
                <a:latin typeface="Microsoft YaHei"/>
              </a:defRPr>
            </a:pPr>
            <a:r>
              <a:t>algorithm/chat_preprocess.py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纠错：BERT / 纠错 Agent 链（可选）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指代补全：结合最近用户话（LLM 或跳过）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意图：BERT 大类分 + 阈值；细意图规则 + LLM；可多任务并行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实体/对齐：部位病名等 → Chroma 对齐（部分大类跳过）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format_preprocess_for_agent → Agent 的 observe，不替代工具查库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E7A"/>
                </a:solidFill>
                <a:latin typeface="Microsoft YaHei"/>
              </a:defRPr>
            </a:pPr>
            <a:r>
              <a:t>B2C 智能陪聊 · uvgraph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9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四、LangGraph 编排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E7A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主图（默认 Send 模式）</a:t>
            </a:r>
          </a:p>
          <a:p>
            <a:pPr>
              <a:defRPr sz="1400">
                <a:solidFill>
                  <a:srgbClr val="4DB6AC"/>
                </a:solidFill>
                <a:latin typeface="Microsoft YaHei"/>
              </a:defRPr>
            </a:pPr>
            <a:r>
              <a:t>graph/companion.py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START → begin_turn（清空当轮 worker_outputs、handoff 计数）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dispatch_intents → Send × N → intent_worker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route_after_intent_worker：单任务 → merge；多任务 → peer_handoff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peer_handoff：wave1 初稿进 wave1_outputs，二轮带同伴摘要再 execute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merge：合并终稿 + trace（tool_runs 合并 wave1+wave2 工具 trace）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可选 COMPANION_USE_SUPERVISOR=1：Supervisor + transfer_to 子智能体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E7A"/>
                </a:solidFill>
                <a:latin typeface="Microsoft YaHei"/>
              </a:defRPr>
            </a:pPr>
            <a:r>
              <a:t>B2C 智能陪聊 · uvgraph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intent_worker 子图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execute：绑 tools_for_intent + MCP(major) → _ainvoke_companion_agent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review：检查草稿是否跑题、是否缺证据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不通过且未超重试 → 带 review_hint 再打回 execute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finish → worker_outputs（reply、tool_trace、middleware_trace、评审结果）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单 worker 流式吐 CompanionReply；多 worker 由 merge 分块推 token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E7A"/>
                </a:solidFill>
                <a:latin typeface="Microsoft YaHei"/>
              </a:defRPr>
            </a:pPr>
            <a:r>
              <a:t>B2C 智能陪聊 · uvgraph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9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五、Agent 与工具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E7A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中间件栈（节选）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Observe / Prompt — 注入预处理观察与系统提示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EntityMemory — 实体/图谱片段注入（≠ search_long_memory 工具）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Compress / Think — 上下文压缩与思考模式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ToolRetry / ToolError / McpGuard — 重试、错误、MCP 白名单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ToolEnvelope — 统一 CompanionToolEnvelope 给模型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ToolTrace — 调试台 tool_runs.steps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HumanInTheLoop（可选）— 敏感工具人工确认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E7A"/>
                </a:solidFill>
                <a:latin typeface="Microsoft YaHei"/>
              </a:defRPr>
            </a:pPr>
            <a:r>
              <a:t>B2C 智能陪聊 · uvgraph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工具与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INTENT_BIND（tools/setup.py）：(major, handler) → 本地工具子集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示例：query_consult_graph、lookup_life_facts、search_long_memory、报告/任务类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MCP：mcp_bridge 读 config.yaml，按 major 绑定；stdio / HTTP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MCP = 连接协议；CompanionToolEnvelope = 模型读结果（ok/usable/data）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详见 doc/mcp.md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E7A"/>
                </a:solidFill>
                <a:latin typeface="Microsoft YaHei"/>
              </a:defRPr>
            </a:pPr>
            <a:r>
              <a:t>B2C 智能陪聊 · uvgraph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知识与记忆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知识图：Neo4j ← query_consult_graph（部位-病-症等）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手册/向量：Chroma（Docker 8000）← search_exam_handbook / search_milvus_knowledge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用户画像：lookup_stated_consult；生活事实：lookup_life_facts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近况：search_long_memory + 实体记忆中间件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本场：Redis conversation:short / compress:{session_id}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槽位：conversation:slots:{user_id}，关场校验 session_id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E7A"/>
                </a:solidFill>
                <a:latin typeface="Microsoft YaHei"/>
              </a:defRPr>
            </a:pPr>
            <a:r>
              <a:t>B2C 智能陪聊 · uvgraph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9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六、可观测与运维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E7A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Trace 与调试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round.langgraph：reviews、tool_runs（steps + middleware_trace）、pattern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llm_calls：指代、判意图、绑定工具、工具 Envelope 明细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checkpoint_debug：释放前快照；默认 retention=run 删 LangGraph thread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测流程看 SSE state 里的 trace；释放后勿依赖 get_state 拉 graph_state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评测：/api/eval/*（意图、KB、记忆、RAG 配置）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E7A"/>
                </a:solidFill>
                <a:latin typeface="Microsoft YaHei"/>
              </a:defRPr>
            </a:pPr>
            <a:r>
              <a:t>B2C 智能陪聊 · uvgraph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配置与启动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uv run python "B2C business/run.py" --port 8002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.env：DashScope、Redis、Neo4j、Embedding、MCP 相关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COMPANION_PEER_HANDOFF / COMPANION_USE_SUPERVISOR / CHECKPOINT_RETENTION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向量：Chroma + bootstrap_chroma_vectors；Neo4j 关系需与 schema 一致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Microsoft YaHei"/>
              </a:defRPr>
            </a:pPr>
            <a:r>
              <a:t>• GET /healthcheck；改 MCP YAML 后重启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E7A"/>
                </a:solidFill>
                <a:latin typeface="Microsoft YaHei"/>
              </a:defRPr>
            </a:pPr>
            <a:r>
              <a:t>B2C 智能陪聊 · uvgraph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73152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4D40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796B"/>
                </a:solidFill>
                <a:latin typeface="Microsoft YaHei"/>
              </a:defRPr>
            </a:pPr>
            <a:r>
              <a:t>演示建议：多意图问句 + 调试台查看 tool_runs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46E7A"/>
                </a:solidFill>
                <a:latin typeface="Microsoft YaHei"/>
              </a:defRPr>
            </a:pPr>
            <a:r>
              <a:t>文档：B2C business/doc/mcp.md · scripts/generate_companion_flow_ppt.py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457200"/>
            <a:ext cx="1463040" cy="201168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35640" y="0"/>
            <a:ext cx="201168" cy="146304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E7A"/>
                </a:solidFill>
                <a:latin typeface="Microsoft YaHei"/>
              </a:defRPr>
            </a:pPr>
            <a:r>
              <a:t>FastAPI :8002 · LangGraph · 健康陪聊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